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463A8-5D6F-4B9A-A818-E3D393D62D00}" v="2" dt="2026-03-21T16:22:07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E31414B0-544A-465F-ACA5-1A68E728B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support_tickets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E28685FF-89C4-4C20-9DE6-256E62B943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21.3.2026. 17:20:58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Pregled sustava">
            <a:extLst>
              <a:ext uri="{FF2B5EF4-FFF2-40B4-BE49-F238E27FC236}">
                <a16:creationId xmlns:a16="http://schemas.microsoft.com/office/drawing/2014/main" id="{C734405A-E3A3-4569-AABF-D5F89D2D1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Analiza outliera">
            <a:extLst>
              <a:ext uri="{FF2B5EF4-FFF2-40B4-BE49-F238E27FC236}">
                <a16:creationId xmlns:a16="http://schemas.microsoft.com/office/drawing/2014/main" id="{B1064154-128A-4EAA-9F17-5476A8019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55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istribucija">
            <a:extLst>
              <a:ext uri="{FF2B5EF4-FFF2-40B4-BE49-F238E27FC236}">
                <a16:creationId xmlns:a16="http://schemas.microsoft.com/office/drawing/2014/main" id="{326E4C11-297A-4D1C-81D9-588B119BB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</Words>
  <Application>Microsoft Office PowerPoint</Application>
  <PresentationFormat>Široki zaslon</PresentationFormat>
  <Paragraphs>2</Paragraphs>
  <Slides>4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support_tickets</vt:lpstr>
      <vt:lpstr>PowerPoint prezentacija</vt:lpstr>
      <vt:lpstr>PowerPoint prezentacija</vt:lpstr>
      <vt:lpstr>PowerPoint prezentacija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Igor Pavlić</cp:lastModifiedBy>
  <cp:revision>1</cp:revision>
  <dcterms:created xsi:type="dcterms:W3CDTF">2026-03-21T16:20:58Z</dcterms:created>
  <dcterms:modified xsi:type="dcterms:W3CDTF">2026-03-21T16:22:34Z</dcterms:modified>
</cp:coreProperties>
</file>