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E463A8-5D6F-4B9A-A818-E3D393D62D00}" v="2" dt="2026-03-21T16:22:07.5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96" d="100"/>
          <a:sy n="96" d="100"/>
        </p:scale>
        <p:origin x="9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or Pavlić" userId="7b354f043d3cff0b" providerId="LiveId" clId="{6F8BFD3A-A2E3-4F80-9E4A-7532A973E046}"/>
    <pc:docChg chg="undo custSel modSld">
      <pc:chgData name="Igor Pavlić" userId="7b354f043d3cff0b" providerId="LiveId" clId="{6F8BFD3A-A2E3-4F80-9E4A-7532A973E046}" dt="2026-03-22T09:29:42.646" v="9" actId="29295"/>
      <pc:docMkLst>
        <pc:docMk/>
      </pc:docMkLst>
      <pc:sldChg chg="addSp delSp modSp mod setBg">
        <pc:chgData name="Igor Pavlić" userId="7b354f043d3cff0b" providerId="LiveId" clId="{6F8BFD3A-A2E3-4F80-9E4A-7532A973E046}" dt="2026-03-22T09:29:42.646" v="9" actId="29295"/>
        <pc:sldMkLst>
          <pc:docMk/>
          <pc:sldMk cId="95992585" sldId="257"/>
        </pc:sldMkLst>
        <pc:spChg chg="add del">
          <ac:chgData name="Igor Pavlić" userId="7b354f043d3cff0b" providerId="LiveId" clId="{6F8BFD3A-A2E3-4F80-9E4A-7532A973E046}" dt="2026-03-22T09:26:59.352" v="1" actId="26606"/>
          <ac:spMkLst>
            <pc:docMk/>
            <pc:sldMk cId="95992585" sldId="257"/>
            <ac:spMk id="7" creationId="{AB8C311F-7253-4AED-9701-7FC0708C41C7}"/>
          </ac:spMkLst>
        </pc:spChg>
        <pc:spChg chg="add del">
          <ac:chgData name="Igor Pavlić" userId="7b354f043d3cff0b" providerId="LiveId" clId="{6F8BFD3A-A2E3-4F80-9E4A-7532A973E046}" dt="2026-03-22T09:26:59.352" v="1" actId="26606"/>
          <ac:spMkLst>
            <pc:docMk/>
            <pc:sldMk cId="95992585" sldId="257"/>
            <ac:spMk id="9" creationId="{E2384209-CB15-4CDF-9D31-C44FD9A3F20D}"/>
          </ac:spMkLst>
        </pc:spChg>
        <pc:spChg chg="add del">
          <ac:chgData name="Igor Pavlić" userId="7b354f043d3cff0b" providerId="LiveId" clId="{6F8BFD3A-A2E3-4F80-9E4A-7532A973E046}" dt="2026-03-22T09:26:59.352" v="1" actId="26606"/>
          <ac:spMkLst>
            <pc:docMk/>
            <pc:sldMk cId="95992585" sldId="257"/>
            <ac:spMk id="11" creationId="{2633B3B5-CC90-43F0-8714-D31D1F3F0209}"/>
          </ac:spMkLst>
        </pc:spChg>
        <pc:spChg chg="add del">
          <ac:chgData name="Igor Pavlić" userId="7b354f043d3cff0b" providerId="LiveId" clId="{6F8BFD3A-A2E3-4F80-9E4A-7532A973E046}" dt="2026-03-22T09:26:59.352" v="1" actId="26606"/>
          <ac:spMkLst>
            <pc:docMk/>
            <pc:sldMk cId="95992585" sldId="257"/>
            <ac:spMk id="13" creationId="{A8D57A06-A426-446D-B02C-A2DC6B62E45E}"/>
          </ac:spMkLst>
        </pc:spChg>
        <pc:spChg chg="add del">
          <ac:chgData name="Igor Pavlić" userId="7b354f043d3cff0b" providerId="LiveId" clId="{6F8BFD3A-A2E3-4F80-9E4A-7532A973E046}" dt="2026-03-22T09:27:02.289" v="3" actId="26606"/>
          <ac:spMkLst>
            <pc:docMk/>
            <pc:sldMk cId="95992585" sldId="257"/>
            <ac:spMk id="15" creationId="{01D0AF59-99C3-4251-AB9A-C966C6AD4400}"/>
          </ac:spMkLst>
        </pc:spChg>
        <pc:spChg chg="add del">
          <ac:chgData name="Igor Pavlić" userId="7b354f043d3cff0b" providerId="LiveId" clId="{6F8BFD3A-A2E3-4F80-9E4A-7532A973E046}" dt="2026-03-22T09:27:02.289" v="3" actId="26606"/>
          <ac:spMkLst>
            <pc:docMk/>
            <pc:sldMk cId="95992585" sldId="257"/>
            <ac:spMk id="16" creationId="{1855405F-37A2-4869-9154-F8BE3BECE6C3}"/>
          </ac:spMkLst>
        </pc:spChg>
        <pc:spChg chg="add del">
          <ac:chgData name="Igor Pavlić" userId="7b354f043d3cff0b" providerId="LiveId" clId="{6F8BFD3A-A2E3-4F80-9E4A-7532A973E046}" dt="2026-03-22T09:27:34.769" v="7" actId="26606"/>
          <ac:spMkLst>
            <pc:docMk/>
            <pc:sldMk cId="95992585" sldId="257"/>
            <ac:spMk id="17" creationId="{FF9F2414-84E8-453E-B1F3-389FDE8192D9}"/>
          </ac:spMkLst>
        </pc:spChg>
        <pc:spChg chg="add del">
          <ac:chgData name="Igor Pavlić" userId="7b354f043d3cff0b" providerId="LiveId" clId="{6F8BFD3A-A2E3-4F80-9E4A-7532A973E046}" dt="2026-03-22T09:27:34.769" v="7" actId="26606"/>
          <ac:spMkLst>
            <pc:docMk/>
            <pc:sldMk cId="95992585" sldId="257"/>
            <ac:spMk id="18" creationId="{F3060C83-F051-4F0E-ABAD-AA0DFC48B218}"/>
          </ac:spMkLst>
        </pc:spChg>
        <pc:spChg chg="add del">
          <ac:chgData name="Igor Pavlić" userId="7b354f043d3cff0b" providerId="LiveId" clId="{6F8BFD3A-A2E3-4F80-9E4A-7532A973E046}" dt="2026-03-22T09:27:34.769" v="7" actId="26606"/>
          <ac:spMkLst>
            <pc:docMk/>
            <pc:sldMk cId="95992585" sldId="257"/>
            <ac:spMk id="19" creationId="{3ECA69A1-7536-43AC-85EF-C7106179F5ED}"/>
          </ac:spMkLst>
        </pc:spChg>
        <pc:spChg chg="add del">
          <ac:chgData name="Igor Pavlić" userId="7b354f043d3cff0b" providerId="LiveId" clId="{6F8BFD3A-A2E3-4F80-9E4A-7532A973E046}" dt="2026-03-22T09:27:34.769" v="7" actId="26606"/>
          <ac:spMkLst>
            <pc:docMk/>
            <pc:sldMk cId="95992585" sldId="257"/>
            <ac:spMk id="20" creationId="{83C98ABE-055B-441F-B07E-44F97F083C39}"/>
          </ac:spMkLst>
        </pc:spChg>
        <pc:spChg chg="add del">
          <ac:chgData name="Igor Pavlić" userId="7b354f043d3cff0b" providerId="LiveId" clId="{6F8BFD3A-A2E3-4F80-9E4A-7532A973E046}" dt="2026-03-22T09:27:34.769" v="7" actId="26606"/>
          <ac:spMkLst>
            <pc:docMk/>
            <pc:sldMk cId="95992585" sldId="257"/>
            <ac:spMk id="21" creationId="{29FDB030-9B49-4CED-8CCD-4D99382388AC}"/>
          </ac:spMkLst>
        </pc:spChg>
        <pc:spChg chg="add del">
          <ac:chgData name="Igor Pavlić" userId="7b354f043d3cff0b" providerId="LiveId" clId="{6F8BFD3A-A2E3-4F80-9E4A-7532A973E046}" dt="2026-03-22T09:27:34.769" v="7" actId="26606"/>
          <ac:spMkLst>
            <pc:docMk/>
            <pc:sldMk cId="95992585" sldId="257"/>
            <ac:spMk id="22" creationId="{3783CA14-24A1-485C-8B30-D6A5D87987AD}"/>
          </ac:spMkLst>
        </pc:spChg>
        <pc:spChg chg="add del">
          <ac:chgData name="Igor Pavlić" userId="7b354f043d3cff0b" providerId="LiveId" clId="{6F8BFD3A-A2E3-4F80-9E4A-7532A973E046}" dt="2026-03-22T09:27:34.769" v="7" actId="26606"/>
          <ac:spMkLst>
            <pc:docMk/>
            <pc:sldMk cId="95992585" sldId="257"/>
            <ac:spMk id="23" creationId="{9A97C86A-04D6-40F7-AE84-31AB43E6A846}"/>
          </ac:spMkLst>
        </pc:spChg>
        <pc:picChg chg="mod">
          <ac:chgData name="Igor Pavlić" userId="7b354f043d3cff0b" providerId="LiveId" clId="{6F8BFD3A-A2E3-4F80-9E4A-7532A973E046}" dt="2026-03-22T09:29:42.646" v="9" actId="29295"/>
          <ac:picMkLst>
            <pc:docMk/>
            <pc:sldMk cId="95992585" sldId="257"/>
            <ac:picMk id="2" creationId="{C734405A-E3A3-4569-AABF-D5F89D2D118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1">
            <a:extLst>
              <a:ext uri="{FF2B5EF4-FFF2-40B4-BE49-F238E27FC236}">
                <a16:creationId xmlns:a16="http://schemas.microsoft.com/office/drawing/2014/main" id="{E31414B0-544A-465F-ACA5-1A68E728B3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support_tickets</a:t>
            </a:r>
          </a:p>
        </p:txBody>
      </p:sp>
      <p:sp>
        <p:nvSpPr>
          <p:cNvPr id="3" name="slide1">
            <a:extLst>
              <a:ext uri="{FF2B5EF4-FFF2-40B4-BE49-F238E27FC236}">
                <a16:creationId xmlns:a16="http://schemas.microsoft.com/office/drawing/2014/main" id="{E28685FF-89C4-4C20-9DE6-256E62B943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File created on: 21.3.2026. 17:20:58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Pregled sustava">
            <a:extLst>
              <a:ext uri="{FF2B5EF4-FFF2-40B4-BE49-F238E27FC236}">
                <a16:creationId xmlns:a16="http://schemas.microsoft.com/office/drawing/2014/main" id="{C734405A-E3A3-4569-AABF-D5F89D2D118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0" y="0"/>
            <a:ext cx="857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Analiza outliera">
            <a:extLst>
              <a:ext uri="{FF2B5EF4-FFF2-40B4-BE49-F238E27FC236}">
                <a16:creationId xmlns:a16="http://schemas.microsoft.com/office/drawing/2014/main" id="{B1064154-128A-4EAA-9F17-5476A8019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0" y="0"/>
            <a:ext cx="857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055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Distribucija">
            <a:extLst>
              <a:ext uri="{FF2B5EF4-FFF2-40B4-BE49-F238E27FC236}">
                <a16:creationId xmlns:a16="http://schemas.microsoft.com/office/drawing/2014/main" id="{326E4C11-297A-4D1C-81D9-588B119BBF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0" y="0"/>
            <a:ext cx="857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38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</Words>
  <Application>Microsoft Office PowerPoint</Application>
  <PresentationFormat>Široki zaslon</PresentationFormat>
  <Paragraphs>2</Paragraphs>
  <Slides>4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support_tickets</vt:lpstr>
      <vt:lpstr>PowerPoint prezentacija</vt:lpstr>
      <vt:lpstr>PowerPoint prezentacija</vt:lpstr>
      <vt:lpstr>PowerPoint prezentacija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Igor Pavlić</cp:lastModifiedBy>
  <cp:revision>1</cp:revision>
  <dcterms:created xsi:type="dcterms:W3CDTF">2026-03-21T16:20:58Z</dcterms:created>
  <dcterms:modified xsi:type="dcterms:W3CDTF">2026-03-22T09:29:48Z</dcterms:modified>
</cp:coreProperties>
</file>